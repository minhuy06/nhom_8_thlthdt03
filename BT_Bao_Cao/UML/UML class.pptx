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-3854" y="-26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GfH7QGigm4xh"/>
  <p:tag name="LUCID-DOCUMENT" val="e2232704-2924-4440-be70-a7e12394a06b"/>
  <p:tag name="LUCID-UPDATE-TIME" val="176278211884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Tạ Minh Đạt</cp:lastModifiedBy>
  <cp:revision>1</cp:revision>
  <dcterms:created xsi:type="dcterms:W3CDTF">2006-08-16T00:00:00Z</dcterms:created>
  <dcterms:modified xsi:type="dcterms:W3CDTF">2025-11-10T13:42:46Z</dcterms:modified>
</cp:coreProperties>
</file>