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7" d="100"/>
          <a:sy n="37" d="100"/>
        </p:scale>
        <p:origin x="936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UCID-SOURCE" val="GfH7QGigm4xh"/>
  <p:tag name="LUCID-DOCUMENT" val="e2232704-2924-4440-be70-a7e12394a06b"/>
  <p:tag name="LUCID-UPDATE-TIME" val="176343429844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DELL</dc:creator>
  <cp:lastModifiedBy>Tạ Minh Đạt</cp:lastModifiedBy>
  <cp:revision>1</cp:revision>
  <dcterms:created xsi:type="dcterms:W3CDTF">2006-08-16T00:00:00Z</dcterms:created>
  <dcterms:modified xsi:type="dcterms:W3CDTF">2025-11-18T02:52:47Z</dcterms:modified>
</cp:coreProperties>
</file>